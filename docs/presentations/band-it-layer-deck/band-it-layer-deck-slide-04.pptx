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THE OPPORTUNITY CONVEYOR BELT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Imagine a conveyor belt running through your organization.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Along this conveyor belt are different boxes.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Some boxes are human tasks. Some boxes are AI agents. Some boxes are decision points. Some boxes are automated processes.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Each box performs a specific function and passes the result to the next stage.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Boxes can be added, removed, rearranged, or upgraded at any time.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system adapts to the way your organization already works.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No rigid workflows. No forced process changes.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Just a flexible path from signal to 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