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FIG. 1 — THE LINE OUTSIDE THE ENTRANCE (TOO MUCH NOISE, ONE DOOR 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914400"/>
            <a:ext cx="613606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THE PROBLEM: OPPORTUNITIES ARE HIDDEN IN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6264078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Every day, organizations are surrounded by signals.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Most organizations never see these signals, or they see them too late.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challenge is no longer finding information.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challenge is identifying which signals matter and turning them into action.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News articles.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Government announcements.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Budget approvals.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Industry changes.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Hiring activity.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Competitive movements.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Customer interactions.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878" y="914400"/>
            <a:ext cx="4738897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-01-newsroom-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030" y="1024128"/>
            <a:ext cx="4592593" cy="4892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878" y="5989320"/>
            <a:ext cx="47388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5C5C"/>
                </a:solidFill>
                <a:latin typeface="Consolas"/>
              </a:rPr>
              <a:t>Fig. 1 — The line outside the entrance (too much noise, one door 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858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0014FF"/>
                </a:solidFill>
                <a:latin typeface="Consolas"/>
              </a:rPr>
              <a:t>THE BAND IT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