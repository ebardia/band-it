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1185855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0972"/>
            <a:ext cx="11185855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61772"/>
            <a:ext cx="1118585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82935" y="457200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0A0A0A"/>
                </a:solidFill>
                <a:latin typeface="Georgia"/>
              </a:rPr>
              <a:t>Page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onsolas"/>
              </a:rPr>
              <a:t>VOL. I · THE BAND IT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76726" y="868680"/>
            <a:ext cx="12700" cy="56235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50800" cy="141732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914400"/>
            <a:ext cx="613606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200" b="1">
                <a:solidFill>
                  <a:srgbClr val="0A0A0A"/>
                </a:solidFill>
                <a:latin typeface="Arial Black"/>
              </a:rPr>
              <a:t>EXAMPLE: CAPTURE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8"/>
            <a:ext cx="6264078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50592"/>
            <a:ext cx="6264078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4078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78608"/>
            <a:ext cx="38100" cy="371246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70048"/>
            <a:ext cx="6081198" cy="3575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Every successful contract pursuit begins with signals.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Band It continuously monitors these signals and identifies opportunities before they become obvious to everyone else.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Signal Detection ↓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Opportunity Identification ↓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Research &amp; Qualification ↓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Capture Planning ↓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Proposal Development ↓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Submission &amp; Follow Through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Human experts and AI agents work together throughout the process.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The result is earlier visibility, faster response times, and more opportunities entering the pipeline.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A new program is funded.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A budget is approved.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A procurement notice appears.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A competitor exits a market.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A key decision maker changes roles.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68166" y="914400"/>
            <a:ext cx="4720609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 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318" y="987552"/>
            <a:ext cx="4574305" cy="5294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