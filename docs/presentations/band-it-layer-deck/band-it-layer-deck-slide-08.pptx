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1185855" cy="25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0972"/>
            <a:ext cx="11185855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61772"/>
            <a:ext cx="1118585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82935" y="457200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0A0A0A"/>
                </a:solidFill>
                <a:latin typeface="Georgia"/>
              </a:rPr>
              <a:t>Page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onsolas"/>
              </a:rPr>
              <a:t>VOL. I · THE BAND IT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876726" y="868680"/>
            <a:ext cx="12700" cy="56235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50800" cy="141732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914400"/>
            <a:ext cx="613606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200" b="1">
                <a:solidFill>
                  <a:srgbClr val="0A0A0A"/>
                </a:solidFill>
                <a:latin typeface="Arial Black"/>
              </a:rPr>
              <a:t>PLUG INTO EXISTING BUSINESS PROCESSES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95728"/>
            <a:ext cx="6264078" cy="25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50592"/>
            <a:ext cx="6264078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78608"/>
            <a:ext cx="6264078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78608"/>
            <a:ext cx="38100" cy="371246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670048"/>
            <a:ext cx="6081198" cy="3575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Organizations already have systems and workflows in place.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Band It is designed to work with them.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Examples: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Band It becomes an orchestration layer that connects people, processes, and AI agents.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CRM systems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Proposal systems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Document repositories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Spreadsheets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Project management tools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Databases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Internal applications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68166" y="914400"/>
            <a:ext cx="4720609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lide 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318" y="987552"/>
            <a:ext cx="4574305" cy="5294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