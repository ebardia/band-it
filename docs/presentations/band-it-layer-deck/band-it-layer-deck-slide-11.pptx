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11185855" cy="254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0972"/>
            <a:ext cx="11185855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61772"/>
            <a:ext cx="1118585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82935" y="457200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0A0A0A"/>
                </a:solidFill>
                <a:latin typeface="Georgia"/>
              </a:rPr>
              <a:t>Page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onsolas"/>
              </a:rPr>
              <a:t>VOL. I · THE BAND IT 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876726" y="868680"/>
            <a:ext cx="12700" cy="562356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960120"/>
            <a:ext cx="50800" cy="1417320"/>
          </a:xfrm>
          <a:prstGeom prst="rect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914400"/>
            <a:ext cx="613606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2200" b="1">
                <a:solidFill>
                  <a:srgbClr val="0A0A0A"/>
                </a:solidFill>
                <a:latin typeface="Arial Black"/>
              </a:rPr>
              <a:t>THE FUTURE OF 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95728"/>
            <a:ext cx="6264078" cy="254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450592"/>
            <a:ext cx="6264078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578608"/>
            <a:ext cx="6264078" cy="3712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578608"/>
            <a:ext cx="38100" cy="3712464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2670048"/>
            <a:ext cx="6081198" cy="3575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0A0A0A"/>
                </a:solidFill>
                <a:latin typeface="Georgia"/>
              </a:rPr>
              <a:t>Technology is becoming a utility.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0A0A0A"/>
                </a:solidFill>
                <a:latin typeface="Georgia"/>
              </a:rPr>
              <a:t>Organizations will increasingly combine people, expertise, and AI agents into flexible systems that continuously adapt to changing conditions.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0A0A0A"/>
                </a:solidFill>
                <a:latin typeface="Georgia"/>
              </a:rPr>
              <a:t>The future belongs to organizations that can: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0A0A0A"/>
                </a:solidFill>
                <a:latin typeface="Georgia"/>
              </a:rPr>
              <a:t>Band It helps organizations build that future today.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0A0A0A"/>
                </a:solidFill>
                <a:latin typeface="Georgia"/>
              </a:rPr>
              <a:t>—  Detect opportunities faster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0A0A0A"/>
                </a:solidFill>
                <a:latin typeface="Georgia"/>
              </a:rPr>
              <a:t>—  Learn continuously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0A0A0A"/>
                </a:solidFill>
                <a:latin typeface="Georgia"/>
              </a:rPr>
              <a:t>—  Scale expertise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0A0A0A"/>
                </a:solidFill>
                <a:latin typeface="Georgia"/>
              </a:rPr>
              <a:t>—  Adapt rapidly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0A0A0A"/>
                </a:solidFill>
                <a:latin typeface="Georgia"/>
              </a:rPr>
              <a:t>—  Focus human effort where it creates the most value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68166" y="914400"/>
            <a:ext cx="4720609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lide 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318" y="987552"/>
            <a:ext cx="4574305" cy="52943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