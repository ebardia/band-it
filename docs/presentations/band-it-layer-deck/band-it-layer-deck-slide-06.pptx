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HUMANS AND AGENTS WORKING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combines human expertise with AI capabilities.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AI agents: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Human experts: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goal is not to replace people.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goal is to amplify their effectiveness.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Gather information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Monitor signals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Analyze patterns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Prepare recommendations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Apply judgment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Make decisions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Provide context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Validate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